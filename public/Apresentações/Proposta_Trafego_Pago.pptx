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78606"/>
            <a:ext cx="1839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1609772"/>
            <a:ext cx="500062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Estrutura de Aquisição de Clientes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14375" y="3261373"/>
            <a:ext cx="5000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366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Estratégia para Escala Contínua no Digital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556" y="2135981"/>
            <a:ext cx="857250" cy="8572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4375" y="4227314"/>
            <a:ext cx="7715250" cy="4804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714375" y="4227314"/>
            <a:ext cx="77152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4377333"/>
            <a:ext cx="7715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Lucas Rodrigues — Especialista em Marketing Digital &amp; Tráfego Pago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14375" y="4586288"/>
            <a:ext cx="7715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Graduado em Análise e Desenvolvimento de Sistemas | Pós-graduado em Marketing para Negócios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178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561077"/>
            <a:ext cx="274320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 que Marketing Estruturado?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3181229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que escalam não dependem de indicação ou sorte.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886200" y="0"/>
            <a:ext cx="5257800" cy="51435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313557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72013" y="1298377"/>
            <a:ext cx="126623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 ESTRUTURA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457700" y="1614488"/>
            <a:ext cx="2003822" cy="366117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57700" y="1614488"/>
            <a:ext cx="2003822" cy="3661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de clientes instável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568678" y="1614488"/>
            <a:ext cx="2003822" cy="366117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68678" y="1614488"/>
            <a:ext cx="2003822" cy="3661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previsibilidade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457700" y="2080617"/>
            <a:ext cx="2003822" cy="366117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57700" y="2080617"/>
            <a:ext cx="2003822" cy="3661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travado</a:t>
            </a:r>
            <a:endParaRPr lang="en-US" sz="8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740521"/>
            <a:ext cx="142875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72013" y="2725341"/>
            <a:ext cx="20806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 ESTRUTURA DEFINIDA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457700" y="3041452"/>
            <a:ext cx="2003822" cy="503634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457700" y="3041452"/>
            <a:ext cx="2003822" cy="5036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total da entrada de clientes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568678" y="3041452"/>
            <a:ext cx="2003822" cy="503634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68678" y="3041452"/>
            <a:ext cx="2003822" cy="5036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previsível e escalável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1609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503774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Quem Sou Eu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993121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Lucas Rodrigues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14375" y="1621771"/>
            <a:ext cx="7715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Graduado em Análise e Desenvolvimento de Sistemas | Pós-graduado em Marketing para Negócios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14375" y="2234347"/>
            <a:ext cx="6429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Atuo estruturando operações de aquisição de clientes através do tráfego pago. Meu foco é transformar a internet em um canal constante de oportunidades para o negócio.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4375" y="3434497"/>
            <a:ext cx="2428875" cy="148980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66" y="3648810"/>
            <a:ext cx="28575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8688" y="4077435"/>
            <a:ext cx="199073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Conversão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28688" y="4375686"/>
            <a:ext cx="199073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voltada para resultados reais.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348047" y="3434497"/>
            <a:ext cx="2433647" cy="148980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53" y="3648810"/>
            <a:ext cx="285750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7103" y="4077435"/>
            <a:ext cx="199547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Escala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567103" y="4375686"/>
            <a:ext cx="19954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pensada para crescer.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991206" y="3434497"/>
            <a:ext cx="2438391" cy="148980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3" y="3655954"/>
            <a:ext cx="285750" cy="285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5063" y="4084579"/>
            <a:ext cx="20002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Otimização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15063" y="4382830"/>
            <a:ext cx="2000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e ajustes contínuos.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3395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842572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Como Funciona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503369"/>
            <a:ext cx="77152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Estruturo, opero e otimizo campanhas com foco em aquisição de clientes.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547794" y="2139162"/>
            <a:ext cx="714375" cy="714375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825" y="2353475"/>
            <a:ext cx="214313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1132" y="3067850"/>
            <a:ext cx="158769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1" kern="0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08428" y="3548267"/>
            <a:ext cx="1993106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de público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08428" y="3851151"/>
            <a:ext cx="1993106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da oferta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908428" y="4154035"/>
            <a:ext cx="1993106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Direcionamento da comunicação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14785" y="2139162"/>
            <a:ext cx="714375" cy="71437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097" y="2353475"/>
            <a:ext cx="285750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0656" y="3067850"/>
            <a:ext cx="10626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1" kern="0" dirty="0">
                <a:solidFill>
                  <a:srgbClr val="3B82F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12018" y="3548267"/>
            <a:ext cx="211990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e ativação das campanhas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512018" y="3851151"/>
            <a:ext cx="211990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Estruturação dos anúncios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81775" y="2139162"/>
            <a:ext cx="714375" cy="714375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228" y="2353475"/>
            <a:ext cx="321469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0135" y="3067850"/>
            <a:ext cx="123765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1" kern="0" dirty="0">
                <a:solidFill>
                  <a:srgbClr val="10B98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OTIMIZAÇÃO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509407" y="3548267"/>
            <a:ext cx="145911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desempenho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509407" y="3851151"/>
            <a:ext cx="145911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 contínuos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178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713231"/>
            <a:ext cx="84296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/ Estrutura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202578"/>
            <a:ext cx="8429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66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Organização da entrada de clientes através de tráfego pago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4375" y="1697282"/>
            <a:ext cx="3786188" cy="78201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2002566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5875" y="1935593"/>
            <a:ext cx="26431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CAMPANHAS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285875" y="2085612"/>
            <a:ext cx="26431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 2 ativas — foco em geração de contatos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43438" y="1697282"/>
            <a:ext cx="3786188" cy="78201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1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997794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4938" y="1930822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SEGMENTAÇÃO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214938" y="2080840"/>
            <a:ext cx="146446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e comportamental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714375" y="2612659"/>
            <a:ext cx="3786188" cy="78678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1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2920315"/>
            <a:ext cx="214313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5875" y="2853342"/>
            <a:ext cx="129837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CRIATIVOS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1285875" y="3003361"/>
            <a:ext cx="12983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 3 anúncios ativos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43438" y="2612659"/>
            <a:ext cx="3786188" cy="78678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1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920315"/>
            <a:ext cx="214313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4938" y="2853342"/>
            <a:ext cx="97333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MONITORAMENTO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5214938" y="3003361"/>
            <a:ext cx="9733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 por semana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714375" y="3537552"/>
            <a:ext cx="3786188" cy="79156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10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8" y="3847607"/>
            <a:ext cx="214313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85875" y="3780634"/>
            <a:ext cx="188059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AJUSTES</a:t>
            </a:r>
            <a:endParaRPr lang="en-US" sz="700" dirty="0"/>
          </a:p>
        </p:txBody>
      </p:sp>
      <p:sp>
        <p:nvSpPr>
          <p:cNvPr id="25" name="Text 17"/>
          <p:cNvSpPr/>
          <p:nvPr/>
        </p:nvSpPr>
        <p:spPr>
          <a:xfrm>
            <a:off x="1285875" y="3930653"/>
            <a:ext cx="188059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 e orçamento contínuos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643438" y="3537552"/>
            <a:ext cx="3786188" cy="79156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10000"/>
              </a:srgbClr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852351"/>
            <a:ext cx="214313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4938" y="3785378"/>
            <a:ext cx="103405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OTIMIZAÇÃO</a:t>
            </a:r>
            <a:endParaRPr lang="en-US" sz="700" dirty="0"/>
          </a:p>
        </p:txBody>
      </p:sp>
      <p:sp>
        <p:nvSpPr>
          <p:cNvPr id="29" name="Text 20"/>
          <p:cNvSpPr/>
          <p:nvPr/>
        </p:nvSpPr>
        <p:spPr>
          <a:xfrm>
            <a:off x="5214938" y="3935397"/>
            <a:ext cx="1034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cada 5 a 7 dias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0" y="4614863"/>
            <a:ext cx="9144000" cy="52863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2"/>
          <p:cNvSpPr/>
          <p:nvPr/>
        </p:nvSpPr>
        <p:spPr>
          <a:xfrm>
            <a:off x="0" y="4614863"/>
            <a:ext cx="9144000" cy="528638"/>
          </a:xfrm>
          <a:prstGeom prst="rect">
            <a:avLst/>
          </a:prstGeom>
          <a:noFill/>
          <a:ln/>
        </p:spPr>
        <p:txBody>
          <a:bodyPr wrap="square" lIns="850392" tIns="170053" rIns="850392" bIns="170053" rtlCol="0" anchor="t">
            <a:sp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Investimento: R$ 800 / mês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2502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713231"/>
            <a:ext cx="84296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/ Escala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202578"/>
            <a:ext cx="8429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Ampliação da capacidade de aquisição de clientes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4375" y="1697282"/>
            <a:ext cx="3786188" cy="842014"/>
          </a:xfrm>
          <a:prstGeom prst="rect">
            <a:avLst/>
          </a:prstGeom>
          <a:solidFill>
            <a:srgbClr val="22D3EE">
              <a:alpha val="5000"/>
            </a:srgbClr>
          </a:solidFill>
          <a:ln w="9144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27793"/>
            <a:ext cx="19159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1723" y="1933501"/>
            <a:ext cx="316596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Campanhas: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 a 3 simultâneas — captação +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remarketing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43438" y="1697282"/>
            <a:ext cx="3786188" cy="832498"/>
          </a:xfrm>
          <a:prstGeom prst="rect">
            <a:avLst/>
          </a:prstGeom>
          <a:solidFill>
            <a:srgbClr val="22D3EE">
              <a:alpha val="5000"/>
            </a:srgbClr>
          </a:solidFill>
          <a:ln w="9144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027793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43500" y="2023523"/>
            <a:ext cx="14930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Criativos: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Até 6 por mês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714375" y="2672655"/>
            <a:ext cx="3786188" cy="666769"/>
          </a:xfrm>
          <a:prstGeom prst="rect">
            <a:avLst/>
          </a:prstGeom>
          <a:solidFill>
            <a:srgbClr val="22D3EE">
              <a:alpha val="5000"/>
            </a:srgbClr>
          </a:solidFill>
          <a:ln w="9144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920315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4438" y="2916017"/>
            <a:ext cx="180915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post por semana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643438" y="2672655"/>
            <a:ext cx="3786188" cy="666769"/>
          </a:xfrm>
          <a:prstGeom prst="rect">
            <a:avLst/>
          </a:prstGeom>
          <a:solidFill>
            <a:srgbClr val="22D3EE">
              <a:alpha val="5000"/>
            </a:srgbClr>
          </a:solidFill>
          <a:ln w="9144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920315"/>
            <a:ext cx="214313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43500" y="2916045"/>
            <a:ext cx="162877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vídeo por semana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714375" y="3477555"/>
            <a:ext cx="3786188" cy="851557"/>
          </a:xfrm>
          <a:prstGeom prst="rect">
            <a:avLst/>
          </a:prstGeom>
          <a:solidFill>
            <a:srgbClr val="22D3EE">
              <a:alpha val="5000"/>
            </a:srgbClr>
          </a:solidFill>
          <a:ln w="9144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17609"/>
            <a:ext cx="203681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03806" y="3723317"/>
            <a:ext cx="315388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Frequente com otimizações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semanais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4643438" y="3477555"/>
            <a:ext cx="3786188" cy="851557"/>
          </a:xfrm>
          <a:prstGeom prst="rect">
            <a:avLst/>
          </a:prstGeom>
          <a:solidFill>
            <a:srgbClr val="22D3EE">
              <a:alpha val="5000"/>
            </a:srgbClr>
          </a:solidFill>
          <a:ln w="9144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822353"/>
            <a:ext cx="214313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43500" y="3728061"/>
            <a:ext cx="3143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Gestão básica de redes sociais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(incluso)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0" y="4614863"/>
            <a:ext cx="9144000" cy="52863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16"/>
          <p:cNvSpPr/>
          <p:nvPr/>
        </p:nvSpPr>
        <p:spPr>
          <a:xfrm>
            <a:off x="0" y="4614863"/>
            <a:ext cx="9144000" cy="528638"/>
          </a:xfrm>
          <a:prstGeom prst="rect">
            <a:avLst/>
          </a:prstGeom>
          <a:noFill/>
          <a:ln/>
        </p:spPr>
        <p:txBody>
          <a:bodyPr wrap="square" lIns="850392" tIns="170053" rIns="850392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Investimento: R$ 1.300 / mês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2324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713231"/>
            <a:ext cx="84296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A855F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/ Domínio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166859"/>
            <a:ext cx="84296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Estrutura avançada para ampliar presença e acelerar escala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14375" y="1570481"/>
            <a:ext cx="3804047" cy="627143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8327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4438" y="1804048"/>
            <a:ext cx="236993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Campanhas: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Até 3 campanhas simultâneas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625578" y="1570481"/>
            <a:ext cx="3804047" cy="627143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453" y="1792970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5641" y="1798690"/>
            <a:ext cx="19002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Criativos: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Até 8 variações mensais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714375" y="2294065"/>
            <a:ext cx="3804047" cy="630715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23697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4438" y="2529418"/>
            <a:ext cx="253781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Conteúdo/Vídeo: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por semana (post ou vídeo)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4625578" y="2294065"/>
            <a:ext cx="3804047" cy="630715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453" y="2521911"/>
            <a:ext cx="214313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25641" y="2527632"/>
            <a:ext cx="261997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Diário com otimização contínua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714375" y="3024792"/>
            <a:ext cx="3804047" cy="634287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56211"/>
            <a:ext cx="214313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14438" y="3261931"/>
            <a:ext cx="297715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Gestão básica de redes sociais (incluso)</a:t>
            </a:r>
            <a:endParaRPr lang="en-US" sz="800" dirty="0"/>
          </a:p>
        </p:txBody>
      </p:sp>
      <p:sp>
        <p:nvSpPr>
          <p:cNvPr id="21" name="Shape 13"/>
          <p:cNvSpPr/>
          <p:nvPr/>
        </p:nvSpPr>
        <p:spPr>
          <a:xfrm>
            <a:off x="4625578" y="3024792"/>
            <a:ext cx="3804047" cy="634287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453" y="3257996"/>
            <a:ext cx="214313" cy="1714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5641" y="3263717"/>
            <a:ext cx="161627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Criação de site (incluso)</a:t>
            </a:r>
            <a:endParaRPr lang="en-US" sz="800" dirty="0"/>
          </a:p>
        </p:txBody>
      </p:sp>
      <p:sp>
        <p:nvSpPr>
          <p:cNvPr id="24" name="Shape 15"/>
          <p:cNvSpPr/>
          <p:nvPr/>
        </p:nvSpPr>
        <p:spPr>
          <a:xfrm>
            <a:off x="714375" y="3762663"/>
            <a:ext cx="7715250" cy="637887"/>
          </a:xfrm>
          <a:prstGeom prst="rect">
            <a:avLst/>
          </a:prstGeom>
          <a:solidFill>
            <a:srgbClr val="A855F7">
              <a:alpha val="5000"/>
            </a:srgbClr>
          </a:solidFill>
          <a:ln w="9144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001226"/>
            <a:ext cx="214313" cy="17145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214438" y="4006946"/>
            <a:ext cx="296108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Meu Negócio: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Estruturação completa (incluso)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0" y="4614863"/>
            <a:ext cx="9144000" cy="52863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8" name="Text 18"/>
          <p:cNvSpPr/>
          <p:nvPr/>
        </p:nvSpPr>
        <p:spPr>
          <a:xfrm>
            <a:off x="0" y="4614863"/>
            <a:ext cx="9144000" cy="528638"/>
          </a:xfrm>
          <a:prstGeom prst="rect">
            <a:avLst/>
          </a:prstGeom>
          <a:noFill/>
          <a:ln/>
        </p:spPr>
        <p:txBody>
          <a:bodyPr wrap="square" lIns="850392" tIns="170053" rIns="850392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Investimento: R$ 2.500 / mês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2860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1076892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Serviços Adicionais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566239"/>
            <a:ext cx="77152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366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Soluções complementares para potencializar seus resultados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4375" y="2203819"/>
            <a:ext cx="3714750" cy="21473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14375" y="2203819"/>
            <a:ext cx="3714750" cy="571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Shape 5"/>
          <p:cNvSpPr/>
          <p:nvPr/>
        </p:nvSpPr>
        <p:spPr>
          <a:xfrm>
            <a:off x="4421981" y="2203819"/>
            <a:ext cx="7144" cy="214736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4344042"/>
            <a:ext cx="371475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714375" y="2203819"/>
            <a:ext cx="7144" cy="2147367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584" y="2632444"/>
            <a:ext cx="357188" cy="357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0125" y="3203944"/>
            <a:ext cx="31361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Site ou Landing Page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00125" y="3589706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presença digital profissional, otimizada para conversão e alinhada à sua oferta.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7731" y="2203819"/>
            <a:ext cx="3721894" cy="21473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4707731" y="2203819"/>
            <a:ext cx="3721894" cy="571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422481" y="2203819"/>
            <a:ext cx="7144" cy="214736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3"/>
          <p:cNvSpPr/>
          <p:nvPr/>
        </p:nvSpPr>
        <p:spPr>
          <a:xfrm>
            <a:off x="4707731" y="4344042"/>
            <a:ext cx="3721894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4"/>
          <p:cNvSpPr/>
          <p:nvPr/>
        </p:nvSpPr>
        <p:spPr>
          <a:xfrm>
            <a:off x="4707731" y="2203819"/>
            <a:ext cx="7144" cy="2147367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2664591"/>
            <a:ext cx="357188" cy="3571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00625" y="3236091"/>
            <a:ext cx="3143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Google Meu Negócio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000625" y="3621853"/>
            <a:ext cx="3143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e otimização do perfil para aumentar sua visibilidade nas buscas locais.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22502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772055"/>
            <a:ext cx="77152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Observações Importantes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714375" y="1618590"/>
            <a:ext cx="7715250" cy="585788"/>
          </a:xfrm>
          <a:prstGeom prst="rect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1618590"/>
            <a:ext cx="42863" cy="5857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928688" y="1797183"/>
            <a:ext cx="2428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85888" y="1797183"/>
            <a:ext cx="472023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investimento em anúncios não está incluso nos planos acima.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4375" y="2490127"/>
            <a:ext cx="7715250" cy="797198"/>
          </a:xfrm>
          <a:prstGeom prst="rect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14375" y="2490127"/>
            <a:ext cx="42863" cy="79719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928688" y="2774426"/>
            <a:ext cx="2893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32322" y="2774426"/>
            <a:ext cx="677227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valor da mídia (verba de anúncios) é definido de acordo com o objetivo de cada negócio.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14375" y="3467370"/>
            <a:ext cx="7715250" cy="797198"/>
          </a:xfrm>
          <a:prstGeom prst="rect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14375" y="3467370"/>
            <a:ext cx="42863" cy="79719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928688" y="3645964"/>
            <a:ext cx="2893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32322" y="3645964"/>
            <a:ext cx="6782991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dependem de variáveis como mercado, investimento em mídia e qualidade da execução.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1839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4375" y="1278034"/>
            <a:ext cx="6429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objetivo é simples: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14375" y="1699515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Gerar clientes de forma contínua e escalável.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14375" y="3305408"/>
            <a:ext cx="64293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818C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"Com a estrutura correta, o digital deixa de ser tentativa e passa a ser previsibilidade."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4375" y="4391620"/>
            <a:ext cx="7715250" cy="3232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4391620"/>
            <a:ext cx="77152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4391620"/>
            <a:ext cx="7715250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Lucas Rodrigues · Especialista em Tráfego Pago &amp; Aquisição de Clientes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2026-04-22T22:11:03Z</dcterms:created>
  <dcterms:modified xsi:type="dcterms:W3CDTF">2026-04-22T22:11:03Z</dcterms:modified>
</cp:coreProperties>
</file>